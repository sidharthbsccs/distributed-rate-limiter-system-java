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8" r:id="rId10"/>
    <p:sldId id="507" r:id="rId11"/>
    <p:sldId id="504" r:id="rId12"/>
    <p:sldId id="502" r:id="rId13"/>
    <p:sldId id="506" r:id="rId14"/>
    <p:sldId id="269" r:id="rId15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681"/>
  </p:normalViewPr>
  <p:slideViewPr>
    <p:cSldViewPr>
      <p:cViewPr varScale="1">
        <p:scale>
          <a:sx n="65" d="100"/>
          <a:sy n="65" d="100"/>
        </p:scale>
        <p:origin x="97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258715"/>
              </p:ext>
            </p:extLst>
          </p:nvPr>
        </p:nvGraphicFramePr>
        <p:xfrm>
          <a:off x="1565174" y="3314409"/>
          <a:ext cx="6201274" cy="2347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0637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100637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912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Sidharth Krishna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2401720003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Palak Kashyap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2401840007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142060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Ankit Kumar Yadav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2401720012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4080406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Diwakar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2401720013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303368"/>
                  </a:ext>
                </a:extLst>
              </a:tr>
              <a:tr h="39121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Devasya</a:t>
                      </a:r>
                      <a:r>
                        <a:rPr lang="en-US" dirty="0"/>
                        <a:t> Dahiya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2401720001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-54260" y="1372508"/>
            <a:ext cx="91805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Distributed API Rate Limiting System</a:t>
            </a:r>
            <a:endParaRPr lang="en-IN" sz="40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Dr Ravinder Beniwal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BB42DC-371A-A308-5E79-107738952F9C}"/>
              </a:ext>
            </a:extLst>
          </p:cNvPr>
          <p:cNvSpPr txBox="1"/>
          <p:nvPr/>
        </p:nvSpPr>
        <p:spPr>
          <a:xfrm>
            <a:off x="179512" y="1527463"/>
            <a:ext cx="87129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Distributed Rate Limiter System</a:t>
            </a:r>
            <a:r>
              <a:rPr lang="en-US" dirty="0"/>
              <a:t> is designed to control API request traffic in high-load environments.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 prevents </a:t>
            </a:r>
            <a:r>
              <a:rPr lang="en-US" b="1" dirty="0"/>
              <a:t>server overload, misuse, and unfair resource consumption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Ensures </a:t>
            </a:r>
            <a:r>
              <a:rPr lang="en-US" b="1" dirty="0"/>
              <a:t>consistent rate limiting across multiple servers</a:t>
            </a:r>
            <a:r>
              <a:rPr lang="en-US" dirty="0"/>
              <a:t> in a distributed system.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Uses </a:t>
            </a:r>
            <a:r>
              <a:rPr lang="en-US" b="1" dirty="0"/>
              <a:t>Redis</a:t>
            </a:r>
            <a:r>
              <a:rPr lang="en-US" dirty="0"/>
              <a:t> for fast, centralized request tracking.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Supports </a:t>
            </a:r>
            <a:r>
              <a:rPr lang="en-US" b="1" dirty="0"/>
              <a:t>Sliding </a:t>
            </a:r>
            <a:r>
              <a:rPr lang="en-US" b="1"/>
              <a:t>Window Algorithm</a:t>
            </a:r>
            <a:r>
              <a:rPr lang="en-US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Provides a </a:t>
            </a:r>
            <a:r>
              <a:rPr lang="en-US" b="1" dirty="0"/>
              <a:t>real-time monitoring dashboard</a:t>
            </a:r>
            <a:r>
              <a:rPr lang="en-US" dirty="0"/>
              <a:t> for analytics and control.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Improves </a:t>
            </a:r>
            <a:r>
              <a:rPr lang="en-US" b="1" dirty="0"/>
              <a:t>system performance, stability, and security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0DDD4-67CB-D2AB-04D0-8A5DB5B09320}"/>
              </a:ext>
            </a:extLst>
          </p:cNvPr>
          <p:cNvSpPr txBox="1"/>
          <p:nvPr/>
        </p:nvSpPr>
        <p:spPr>
          <a:xfrm>
            <a:off x="169108" y="1259357"/>
            <a:ext cx="87849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and implement a </a:t>
            </a:r>
            <a:r>
              <a:rPr lang="en-US" b="1" dirty="0"/>
              <a:t>distributed rate limiting system</a:t>
            </a:r>
            <a:r>
              <a:rPr lang="en-US" dirty="0"/>
              <a:t> for high-traffic APIs.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Enforce </a:t>
            </a:r>
            <a:r>
              <a:rPr lang="en-US" b="1" dirty="0"/>
              <a:t>fair usage policies</a:t>
            </a:r>
            <a:r>
              <a:rPr lang="en-US" dirty="0"/>
              <a:t> based on user, IP, or API key.</a:t>
            </a:r>
            <a:br>
              <a:rPr lang="en-US" dirty="0"/>
            </a:br>
            <a:br>
              <a:rPr lang="en-US" dirty="0"/>
            </a:br>
            <a:r>
              <a:rPr lang="en-IN" dirty="0"/>
              <a:t>Implemented algorithm: </a:t>
            </a:r>
            <a:r>
              <a:rPr lang="en-IN" b="1" dirty="0"/>
              <a:t>Sliding Window.</a:t>
            </a:r>
            <a:br>
              <a:rPr lang="en-IN" dirty="0"/>
            </a:br>
            <a:br>
              <a:rPr lang="en-IN" dirty="0"/>
            </a:br>
            <a:r>
              <a:rPr lang="en-US" dirty="0"/>
              <a:t>Ensure </a:t>
            </a:r>
            <a:r>
              <a:rPr lang="en-US" b="1" dirty="0"/>
              <a:t>consistent rate limiting across multiple servers.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Use </a:t>
            </a:r>
            <a:r>
              <a:rPr lang="en-US" b="1" dirty="0"/>
              <a:t>Redis</a:t>
            </a:r>
            <a:r>
              <a:rPr lang="en-US" dirty="0"/>
              <a:t> for fast and centralized request tracking.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Prevent </a:t>
            </a:r>
            <a:r>
              <a:rPr lang="en-US" b="1" dirty="0"/>
              <a:t>API abuse, spam, and malicious traffic.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Reduce </a:t>
            </a:r>
            <a:r>
              <a:rPr lang="en-US" b="1" dirty="0"/>
              <a:t>server overload and infrastructure cost.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Provide a </a:t>
            </a:r>
            <a:r>
              <a:rPr lang="en-US" b="1" dirty="0"/>
              <a:t>real-time admin dashboard</a:t>
            </a:r>
            <a:r>
              <a:rPr lang="en-US" dirty="0"/>
              <a:t> for monitoring and configuration.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Build a </a:t>
            </a:r>
            <a:r>
              <a:rPr lang="en-US" b="1" dirty="0"/>
              <a:t>scalable and easily integrable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E8A857-92FF-5EC5-B4A5-135A89F4D58F}"/>
              </a:ext>
            </a:extLst>
          </p:cNvPr>
          <p:cNvSpPr txBox="1"/>
          <p:nvPr/>
        </p:nvSpPr>
        <p:spPr>
          <a:xfrm>
            <a:off x="72008" y="1293834"/>
            <a:ext cx="88924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Distributed Rate Limiting</a:t>
            </a:r>
            <a:br>
              <a:rPr lang="en-IN" dirty="0"/>
            </a:br>
            <a:r>
              <a:rPr lang="en-IN" dirty="0"/>
              <a:t>Ensures consistent request control across multiple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Redis-Based Centralized Storage</a:t>
            </a:r>
            <a:br>
              <a:rPr lang="en-IN" b="1" dirty="0"/>
            </a:br>
            <a:r>
              <a:rPr lang="en-US" dirty="0"/>
              <a:t>Fast, atomic request counting with low latency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High Performance &amp; Low Latency</a:t>
            </a:r>
            <a:br>
              <a:rPr lang="en-IN" b="1" dirty="0"/>
            </a:br>
            <a:r>
              <a:rPr lang="en-US" dirty="0"/>
              <a:t>Designed for real-time, high-traffic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Fair Usage Enforcement</a:t>
            </a:r>
            <a:br>
              <a:rPr lang="en-IN" b="1" dirty="0"/>
            </a:br>
            <a:r>
              <a:rPr lang="en-US" dirty="0"/>
              <a:t>Limits requests per user, IP, or 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Protection Against Abuse</a:t>
            </a:r>
            <a:br>
              <a:rPr lang="en-IN" b="1" dirty="0"/>
            </a:br>
            <a:r>
              <a:rPr lang="en-US" dirty="0"/>
              <a:t>Prevents bot traffic, spam, and brute-force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Real-Time Monitoring Dashboard</a:t>
            </a:r>
            <a:br>
              <a:rPr lang="en-IN" b="1" dirty="0"/>
            </a:br>
            <a:r>
              <a:rPr lang="en-US" dirty="0"/>
              <a:t>Tracks usage, violations, and system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Configurable Rate Limits</a:t>
            </a:r>
            <a:br>
              <a:rPr lang="en-IN" dirty="0"/>
            </a:br>
            <a:r>
              <a:rPr lang="en-US" dirty="0"/>
              <a:t>Flexible rules for different APIs and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Easy Integration</a:t>
            </a:r>
            <a:br>
              <a:rPr lang="en-IN" b="1" dirty="0"/>
            </a:br>
            <a:r>
              <a:rPr lang="en-US" dirty="0"/>
              <a:t>Can be plugged into existing backend systems</a:t>
            </a:r>
            <a:br>
              <a:rPr lang="en-IN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1890F7-11F3-135A-366C-DF9A61D12D52}"/>
              </a:ext>
            </a:extLst>
          </p:cNvPr>
          <p:cNvSpPr txBox="1"/>
          <p:nvPr/>
        </p:nvSpPr>
        <p:spPr>
          <a:xfrm>
            <a:off x="72008" y="1293834"/>
            <a:ext cx="88924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</a:t>
            </a:r>
            <a:r>
              <a:rPr lang="en-US" b="1" dirty="0"/>
              <a:t>Spring Boot backend APIs</a:t>
            </a:r>
            <a:r>
              <a:rPr lang="en-US" dirty="0"/>
              <a:t> for rate limiting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</a:t>
            </a:r>
            <a:r>
              <a:rPr lang="en-US" b="1" dirty="0"/>
              <a:t>API key generation and authentication system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</a:t>
            </a:r>
            <a:r>
              <a:rPr lang="en-US" b="1" dirty="0"/>
              <a:t>Redis</a:t>
            </a:r>
            <a:r>
              <a:rPr lang="en-US" dirty="0"/>
              <a:t> for distributed request tracking and caching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</a:t>
            </a:r>
            <a:r>
              <a:rPr lang="en-US" b="1" dirty="0"/>
              <a:t>Sliding Window algorithm</a:t>
            </a:r>
            <a:r>
              <a:rPr lang="en-US" dirty="0"/>
              <a:t> for request control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Connected </a:t>
            </a:r>
            <a:r>
              <a:rPr lang="en-US" b="1" dirty="0"/>
              <a:t>PostgreSQL</a:t>
            </a:r>
            <a:r>
              <a:rPr lang="en-US" dirty="0"/>
              <a:t> for storing user data and configurations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Integrated </a:t>
            </a:r>
            <a:r>
              <a:rPr lang="en-US" b="1" dirty="0"/>
              <a:t>Prometheus &amp; Grafana</a:t>
            </a:r>
            <a:r>
              <a:rPr lang="en-US" dirty="0"/>
              <a:t> for monitoring and metrics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</a:t>
            </a:r>
            <a:r>
              <a:rPr lang="en-US" b="1" dirty="0"/>
              <a:t>React.js dashboard </a:t>
            </a:r>
            <a:r>
              <a:rPr lang="en-US" dirty="0"/>
              <a:t>for system interaction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</a:t>
            </a:r>
            <a:r>
              <a:rPr lang="en-US" b="1" dirty="0"/>
              <a:t>API testing using Postman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Achieved </a:t>
            </a:r>
            <a:r>
              <a:rPr lang="en-US" b="1" dirty="0"/>
              <a:t>stable request handling under controlled traffic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BEC26C-FD25-FEBD-448C-0A3B9A1E2E93}"/>
              </a:ext>
            </a:extLst>
          </p:cNvPr>
          <p:cNvSpPr txBox="1"/>
          <p:nvPr/>
        </p:nvSpPr>
        <p:spPr>
          <a:xfrm>
            <a:off x="72008" y="1268760"/>
            <a:ext cx="89644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Designed a </a:t>
            </a:r>
            <a:r>
              <a:rPr lang="en-US" b="1" dirty="0"/>
              <a:t>modular system architecture</a:t>
            </a:r>
            <a:r>
              <a:rPr lang="en-US" dirty="0"/>
              <a:t> separating:</a:t>
            </a:r>
            <a:br>
              <a:rPr lang="en-US" dirty="0"/>
            </a:br>
            <a:r>
              <a:rPr lang="en-IN" dirty="0"/>
              <a:t>Authentication, Rate Limiting, Caching (Redis), Monitoring</a:t>
            </a:r>
            <a:br>
              <a:rPr lang="en-IN" dirty="0"/>
            </a:b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Developed </a:t>
            </a:r>
            <a:r>
              <a:rPr lang="en-US" b="1" dirty="0"/>
              <a:t>Spring Boot services</a:t>
            </a:r>
            <a:r>
              <a:rPr lang="en-US" dirty="0"/>
              <a:t> for:</a:t>
            </a:r>
            <a:br>
              <a:rPr lang="en-US" dirty="0"/>
            </a:br>
            <a:r>
              <a:rPr lang="en-IN" dirty="0"/>
              <a:t>API handling, Rate limiting logic, API key management</a:t>
            </a:r>
            <a:br>
              <a:rPr lang="en-IN" dirty="0"/>
            </a:b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Implemented </a:t>
            </a:r>
            <a:r>
              <a:rPr lang="en-US" b="1" dirty="0"/>
              <a:t>Sliding Window algorithm</a:t>
            </a:r>
            <a:r>
              <a:rPr lang="en-US" dirty="0"/>
              <a:t> for accurate request control</a:t>
            </a:r>
            <a:br>
              <a:rPr lang="en-US" dirty="0"/>
            </a:b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Integrated </a:t>
            </a:r>
            <a:r>
              <a:rPr lang="en-IN" b="1" dirty="0"/>
              <a:t>Redis</a:t>
            </a:r>
            <a:r>
              <a:rPr lang="en-IN" dirty="0"/>
              <a:t> for:</a:t>
            </a:r>
            <a:br>
              <a:rPr lang="en-IN" dirty="0"/>
            </a:br>
            <a:r>
              <a:rPr lang="en-IN" dirty="0"/>
              <a:t>Distributed request counting, Fast in-memory processing</a:t>
            </a:r>
            <a:br>
              <a:rPr lang="en-IN" dirty="0"/>
            </a:b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Connected </a:t>
            </a:r>
            <a:r>
              <a:rPr lang="en-IN" b="1" dirty="0"/>
              <a:t>PostgreSQL</a:t>
            </a:r>
            <a:r>
              <a:rPr lang="en-IN" dirty="0"/>
              <a:t> for:</a:t>
            </a:r>
            <a:br>
              <a:rPr lang="en-IN" dirty="0"/>
            </a:br>
            <a:r>
              <a:rPr lang="en-IN" dirty="0"/>
              <a:t>User data, Rate limit configurations</a:t>
            </a:r>
            <a:br>
              <a:rPr lang="en-IN" dirty="0"/>
            </a:b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Set up </a:t>
            </a:r>
            <a:r>
              <a:rPr lang="en-US" b="1" dirty="0"/>
              <a:t>Prometheus &amp; Grafana</a:t>
            </a:r>
            <a:r>
              <a:rPr lang="en-US" dirty="0"/>
              <a:t> for:</a:t>
            </a:r>
            <a:br>
              <a:rPr lang="en-US" dirty="0"/>
            </a:br>
            <a:r>
              <a:rPr lang="en-IN" dirty="0"/>
              <a:t>Real-time metrics,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D054AE-C51F-4EB4-4AC6-B61480CFD235}"/>
              </a:ext>
            </a:extLst>
          </p:cNvPr>
          <p:cNvSpPr txBox="1"/>
          <p:nvPr/>
        </p:nvSpPr>
        <p:spPr>
          <a:xfrm>
            <a:off x="103415" y="1340768"/>
            <a:ext cx="88610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follows a </a:t>
            </a:r>
            <a:r>
              <a:rPr lang="en-US" b="1" dirty="0"/>
              <a:t>distributed client–server architecture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 requests are received by the </a:t>
            </a:r>
            <a:r>
              <a:rPr lang="en-US" b="1" dirty="0"/>
              <a:t>Application Server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processing, each request is sent to the </a:t>
            </a:r>
            <a:r>
              <a:rPr lang="en-US" b="1" dirty="0"/>
              <a:t>Rate Limiter Service</a:t>
            </a:r>
            <a:br>
              <a:rPr lang="en-US" b="1" dirty="0"/>
            </a:b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Rate Limiter applies </a:t>
            </a:r>
            <a:r>
              <a:rPr lang="en-US" b="1" dirty="0"/>
              <a:t>Sliding Window </a:t>
            </a:r>
            <a:r>
              <a:rPr lang="en-US" dirty="0"/>
              <a:t>algorithm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Redis</a:t>
            </a:r>
            <a:r>
              <a:rPr lang="en-US" dirty="0"/>
              <a:t> stores request counters and ensures atomic operations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Rate limit rules are stored in </a:t>
            </a:r>
            <a:r>
              <a:rPr lang="en-US" b="1" dirty="0"/>
              <a:t>PostgreSQL</a:t>
            </a:r>
            <a:r>
              <a:rPr lang="en-US" dirty="0"/>
              <a:t> for dynamic configuration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Based on evaluation:</a:t>
            </a:r>
            <a:br>
              <a:rPr lang="en-IN" dirty="0"/>
            </a:br>
            <a:r>
              <a:rPr lang="en-IN" dirty="0"/>
              <a:t>Allowed → request processed</a:t>
            </a:r>
            <a:br>
              <a:rPr lang="en-IN" dirty="0"/>
            </a:br>
            <a:r>
              <a:rPr lang="en-IN" dirty="0"/>
              <a:t>Denied → HTTP 429 response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events are logged and visualized via the </a:t>
            </a:r>
            <a:r>
              <a:rPr lang="en-US" b="1" dirty="0"/>
              <a:t>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E3E773-CFDF-6690-6B69-D943FC7A6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447"/>
            <a:ext cx="9143999" cy="524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A1D8275-C327-B16E-782C-A88F34BDFF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448"/>
            <a:ext cx="9144000" cy="524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534D7E-5A17-688F-5D3A-7F4262C01089}"/>
              </a:ext>
            </a:extLst>
          </p:cNvPr>
          <p:cNvSpPr txBox="1"/>
          <p:nvPr/>
        </p:nvSpPr>
        <p:spPr>
          <a:xfrm>
            <a:off x="167355" y="1480231"/>
            <a:ext cx="878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API Request Data</a:t>
            </a:r>
            <a:br>
              <a:rPr lang="en-IN" dirty="0"/>
            </a:br>
            <a:r>
              <a:rPr lang="en-IN" dirty="0"/>
              <a:t>User ID / API Key</a:t>
            </a:r>
            <a:br>
              <a:rPr lang="en-IN" dirty="0"/>
            </a:br>
            <a:r>
              <a:rPr lang="en-IN" dirty="0"/>
              <a:t>IP Address</a:t>
            </a:r>
            <a:br>
              <a:rPr lang="en-IN" dirty="0"/>
            </a:br>
            <a:r>
              <a:rPr lang="en-IN" dirty="0"/>
              <a:t>Endpoint Name</a:t>
            </a:r>
            <a:br>
              <a:rPr lang="en-IN" dirty="0"/>
            </a:br>
            <a:r>
              <a:rPr lang="en-IN" dirty="0"/>
              <a:t>Request Timestamp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Rate Limit Configuration Data</a:t>
            </a:r>
            <a:br>
              <a:rPr lang="en-IN" b="1" dirty="0"/>
            </a:br>
            <a:r>
              <a:rPr lang="en-IN" dirty="0"/>
              <a:t>Max requests allowed</a:t>
            </a:r>
            <a:br>
              <a:rPr lang="en-IN" dirty="0"/>
            </a:br>
            <a:r>
              <a:rPr lang="en-IN" dirty="0"/>
              <a:t>Time window duration</a:t>
            </a:r>
            <a:br>
              <a:rPr lang="en-IN" dirty="0"/>
            </a:br>
            <a:r>
              <a:rPr lang="en-IN" dirty="0"/>
              <a:t>Selected algorithm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Logs &amp; Analytics Data</a:t>
            </a:r>
            <a:br>
              <a:rPr lang="en-IN" dirty="0"/>
            </a:br>
            <a:r>
              <a:rPr lang="en-IN" dirty="0"/>
              <a:t>Allowed / Denied requests</a:t>
            </a:r>
            <a:br>
              <a:rPr lang="en-IN" dirty="0"/>
            </a:br>
            <a:r>
              <a:rPr lang="en-IN" dirty="0"/>
              <a:t>Rate limit violations</a:t>
            </a:r>
            <a:br>
              <a:rPr lang="en-IN" dirty="0"/>
            </a:br>
            <a:r>
              <a:rPr lang="en-IN" dirty="0"/>
              <a:t>Traffic statistics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32D4A1-FA98-FEA0-4D98-89C62658F2BA}"/>
              </a:ext>
            </a:extLst>
          </p:cNvPr>
          <p:cNvSpPr txBox="1"/>
          <p:nvPr/>
        </p:nvSpPr>
        <p:spPr>
          <a:xfrm>
            <a:off x="0" y="1318528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/>
              <a:t>Usecases</a:t>
            </a:r>
            <a:br>
              <a:rPr lang="en-US" b="1" dirty="0"/>
            </a:br>
            <a:br>
              <a:rPr lang="en-US" b="1" dirty="0"/>
            </a:br>
            <a:r>
              <a:rPr lang="en-IN" b="1" dirty="0"/>
              <a:t>API Traffic Control </a:t>
            </a:r>
            <a:r>
              <a:rPr lang="en-IN" dirty="0"/>
              <a:t>: </a:t>
            </a:r>
            <a:r>
              <a:rPr lang="en-US" dirty="0"/>
              <a:t>Prevents server overload during high traffic</a:t>
            </a:r>
            <a:br>
              <a:rPr lang="en-US" dirty="0"/>
            </a:br>
            <a:r>
              <a:rPr lang="en-IN" b="1" dirty="0"/>
              <a:t>Protection Against Abuse: </a:t>
            </a:r>
            <a:r>
              <a:rPr lang="en-US" dirty="0"/>
              <a:t>Blocks bots, spam, and malicious requests</a:t>
            </a:r>
            <a:br>
              <a:rPr lang="en-US" dirty="0"/>
            </a:br>
            <a:r>
              <a:rPr lang="en-IN" b="1" dirty="0"/>
              <a:t>E-Commerce Platforms: </a:t>
            </a:r>
            <a:r>
              <a:rPr lang="en-US" dirty="0"/>
              <a:t>Handles traffic spikes during flash sales</a:t>
            </a:r>
            <a:br>
              <a:rPr lang="en-US" dirty="0"/>
            </a:br>
            <a:r>
              <a:rPr lang="en-IN" b="1" dirty="0"/>
              <a:t>Banking &amp; Financial Systems: </a:t>
            </a:r>
            <a:r>
              <a:rPr lang="en-IN" dirty="0"/>
              <a:t>Secures sensitive APIs and transactions</a:t>
            </a:r>
            <a:br>
              <a:rPr lang="en-IN" dirty="0"/>
            </a:br>
            <a:r>
              <a:rPr lang="en-IN" b="1" dirty="0"/>
              <a:t>Microservices Architecture: </a:t>
            </a:r>
            <a:r>
              <a:rPr lang="en-IN" dirty="0"/>
              <a:t>Maintains consistent limits across services</a:t>
            </a:r>
            <a:br>
              <a:rPr lang="en-IN" dirty="0"/>
            </a:br>
            <a:br>
              <a:rPr lang="en-IN" dirty="0"/>
            </a:br>
            <a:r>
              <a:rPr lang="en-IN" b="1" u="sng" dirty="0"/>
              <a:t>Scope of the Project</a:t>
            </a:r>
            <a:br>
              <a:rPr lang="en-IN" b="1" u="sng" dirty="0"/>
            </a:br>
            <a:br>
              <a:rPr lang="en-IN" b="1" u="sng" dirty="0"/>
            </a:br>
            <a:r>
              <a:rPr lang="en-IN" b="1" dirty="0"/>
              <a:t>Distributed rate limiting algorithms</a:t>
            </a:r>
            <a:br>
              <a:rPr lang="en-IN" b="1" dirty="0"/>
            </a:br>
            <a:r>
              <a:rPr lang="en-US" b="1" dirty="0"/>
              <a:t>Centralized configuration using Redis &amp; PostgreSQL</a:t>
            </a:r>
            <a:br>
              <a:rPr lang="en-US" b="1" dirty="0"/>
            </a:br>
            <a:r>
              <a:rPr lang="en-IN" b="1" dirty="0"/>
              <a:t>Real-time monitoring dashboard</a:t>
            </a:r>
            <a:br>
              <a:rPr lang="en-IN" b="1" dirty="0"/>
            </a:br>
            <a:r>
              <a:rPr lang="en-US" b="1" dirty="0"/>
              <a:t>API-based integration with backend systems</a:t>
            </a:r>
            <a:br>
              <a:rPr lang="en-US" b="1" dirty="0"/>
            </a:br>
            <a:r>
              <a:rPr lang="en-IN" b="1" dirty="0"/>
              <a:t>Logging and analytics </a:t>
            </a:r>
          </a:p>
          <a:p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89238-D49E-FABC-BA5A-72F877544BE0}"/>
              </a:ext>
            </a:extLst>
          </p:cNvPr>
          <p:cNvSpPr txBox="1"/>
          <p:nvPr/>
        </p:nvSpPr>
        <p:spPr>
          <a:xfrm>
            <a:off x="27316" y="1285569"/>
            <a:ext cx="87849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Expected Results</a:t>
            </a:r>
            <a:br>
              <a:rPr lang="en-IN" b="1" u="sng" dirty="0"/>
            </a:br>
            <a:endParaRPr lang="en-US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Stable and </a:t>
            </a:r>
            <a:r>
              <a:rPr lang="en-US" b="1" dirty="0"/>
              <a:t>controlled API traffic</a:t>
            </a:r>
            <a:r>
              <a:rPr lang="en-US" dirty="0"/>
              <a:t> under high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 prevention of </a:t>
            </a:r>
            <a:r>
              <a:rPr lang="en-US" b="1" dirty="0"/>
              <a:t>API abuse and spam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Consistent rate limiting across </a:t>
            </a:r>
            <a:r>
              <a:rPr lang="en-US" b="1" dirty="0"/>
              <a:t>distributed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</a:t>
            </a:r>
            <a:r>
              <a:rPr lang="en-US" b="1" dirty="0"/>
              <a:t>server crashes and downtime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</a:t>
            </a:r>
            <a:r>
              <a:rPr lang="en-US" b="1" dirty="0"/>
              <a:t>response time and system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visibility of </a:t>
            </a:r>
            <a:r>
              <a:rPr lang="en-US" b="1" dirty="0"/>
              <a:t>API usage and violations</a:t>
            </a:r>
          </a:p>
          <a:p>
            <a:endParaRPr lang="en-US" b="1" u="sng" dirty="0"/>
          </a:p>
          <a:p>
            <a:r>
              <a:rPr lang="en-IN" b="1" u="sng" dirty="0"/>
              <a:t>Impact</a:t>
            </a:r>
          </a:p>
          <a:p>
            <a:endParaRPr lang="en-IN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system reliability and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Reduces </a:t>
            </a:r>
            <a:r>
              <a:rPr lang="en-IN" b="1" dirty="0"/>
              <a:t>cloud infrastructure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Enhances </a:t>
            </a:r>
            <a:r>
              <a:rPr lang="en-IN" b="1" dirty="0"/>
              <a:t>scalability of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 </a:t>
            </a:r>
            <a:r>
              <a:rPr lang="en-US" b="1" dirty="0"/>
              <a:t>production-ready backend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Demonstrates strong </a:t>
            </a:r>
            <a:r>
              <a:rPr lang="en-IN" b="1" dirty="0"/>
              <a:t>distributed system design skills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6323</TotalTime>
  <Words>897</Words>
  <Application>Microsoft Office PowerPoint</Application>
  <PresentationFormat>On-screen Show (4:3)</PresentationFormat>
  <Paragraphs>112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SIDHARTH KRISHNA S 2401720003</cp:lastModifiedBy>
  <cp:revision>314</cp:revision>
  <cp:lastPrinted>2022-09-05T08:43:44Z</cp:lastPrinted>
  <dcterms:created xsi:type="dcterms:W3CDTF">2020-01-16T09:05:56Z</dcterms:created>
  <dcterms:modified xsi:type="dcterms:W3CDTF">2026-04-05T02:13:39Z</dcterms:modified>
</cp:coreProperties>
</file>