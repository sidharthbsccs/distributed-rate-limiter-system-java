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8" r:id="rId10"/>
    <p:sldId id="507" r:id="rId11"/>
    <p:sldId id="514" r:id="rId12"/>
    <p:sldId id="504" r:id="rId13"/>
    <p:sldId id="502" r:id="rId14"/>
    <p:sldId id="506" r:id="rId15"/>
    <p:sldId id="269" r:id="rId1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B4"/>
    <a:srgbClr val="0060AA"/>
    <a:srgbClr val="0066B3"/>
    <a:srgbClr val="E31E2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93" autoAdjust="0"/>
    <p:restoredTop sz="94681"/>
  </p:normalViewPr>
  <p:slideViewPr>
    <p:cSldViewPr>
      <p:cViewPr varScale="1">
        <p:scale>
          <a:sx n="65" d="100"/>
          <a:sy n="65" d="100"/>
        </p:scale>
        <p:origin x="97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C315-2F31-0964-567A-7316CBA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FF20B-31C2-4485-B341-8D4BE37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2BF9-76F7-7E12-CA6C-411D0EA6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8A72-B066-3B79-5AF6-73949635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75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416611"/>
              </p:ext>
            </p:extLst>
          </p:nvPr>
        </p:nvGraphicFramePr>
        <p:xfrm>
          <a:off x="1566548" y="3240947"/>
          <a:ext cx="63051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2586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152586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2401720003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Sidharth Krishna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2401720012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Ankit Kumar Yadav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2401840007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Palak Kashyap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2790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2401720013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Diwakar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3093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2401720001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Devasya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2601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0" y="1372508"/>
            <a:ext cx="8820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Distributed Rate Limiter System</a:t>
            </a:r>
            <a:endParaRPr lang="en-IN" sz="40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6CB4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 </a:t>
            </a:r>
            <a:r>
              <a:rPr lang="en-IN" dirty="0">
                <a:solidFill>
                  <a:srgbClr val="006CB4"/>
                </a:solidFill>
              </a:rPr>
              <a:t>Dr. Ravinder Beniwal</a:t>
            </a:r>
            <a:endParaRPr lang="en-IN" sz="1800" b="1" dirty="0">
              <a:solidFill>
                <a:srgbClr val="006CB4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DFD6CA-F5B0-C608-B37D-F7DA4EDCAA97}"/>
              </a:ext>
            </a:extLst>
          </p:cNvPr>
          <p:cNvSpPr txBox="1"/>
          <p:nvPr/>
        </p:nvSpPr>
        <p:spPr>
          <a:xfrm>
            <a:off x="72008" y="1734532"/>
            <a:ext cx="87849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focuses on developing a Distributed Rate Limiter System to control and manage API request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prevents system overload by limiting requests within a defined time window.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Spring Boot is used for backend API development and rate limiting logic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Redis enables distributed request tracking and high-performance caching.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is implemented using Prometheus and Grafana for real-time system metrics.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React.js frontend is used for interaction and testing purposes.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61296" y="1406250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BC6692-5BC5-7A10-A26A-81E7884CB0A9}"/>
              </a:ext>
            </a:extLst>
          </p:cNvPr>
          <p:cNvSpPr txBox="1"/>
          <p:nvPr/>
        </p:nvSpPr>
        <p:spPr>
          <a:xfrm>
            <a:off x="161296" y="1940175"/>
            <a:ext cx="85689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and implement a distributed rate limiting system to manage high volumes of API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Enforce fair usage policies by limiting requests per user, IP address, or API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rate limiting algorithms such as Token Bucket, Fixed Window, and Sliding Window.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Redis as a centralized in-memory datastore for fast and efficient request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real-time monitoring and configuration of rate limits through an admin dashboard.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64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BE15F1-0F81-8275-297E-11BC63148096}"/>
              </a:ext>
            </a:extLst>
          </p:cNvPr>
          <p:cNvSpPr txBox="1"/>
          <p:nvPr/>
        </p:nvSpPr>
        <p:spPr>
          <a:xfrm>
            <a:off x="72008" y="1997839"/>
            <a:ext cx="87849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High-performance request handling designed for low latency in high-traffic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Centralized request tracking using Redis to maintain counters and rate limit data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Configurable rate limits that can be customized for different APIs, users, or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Scalable architecture that works smoothly in distributed and cloud-based deployments.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integration with backend services through APIs without major system changes.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3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13E1BB-7C0D-8AB9-1DD3-327E3E0EC15D}"/>
              </a:ext>
            </a:extLst>
          </p:cNvPr>
          <p:cNvSpPr txBox="1"/>
          <p:nvPr/>
        </p:nvSpPr>
        <p:spPr>
          <a:xfrm>
            <a:off x="72008" y="2122646"/>
            <a:ext cx="87849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user authentication to ensure secure system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functionality for API key generation and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Integrated PostgreSQL database for storing user and system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Configured Prometheus and Grafana for monitoring and performance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Nearly completed the React.js frontend interface for system interaction and testing.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FA9F7D-EC2E-B088-F2B5-6AAD995D5F76}"/>
              </a:ext>
            </a:extLst>
          </p:cNvPr>
          <p:cNvSpPr txBox="1"/>
          <p:nvPr/>
        </p:nvSpPr>
        <p:spPr>
          <a:xfrm>
            <a:off x="179512" y="1250416"/>
            <a:ext cx="856895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a modular system architecture separating authentication, rate limiting, caching, and monitoring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Spring Boot backend services for authentication and API key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the Sliding Window rate limiting algorithm for controlling API request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Integrated PostgreSQL database for storing user and API key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Redis caching for distributed request tracking and faster request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up Prometheus and Grafana for monitoring system metrics and visualizing performance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Performed API testing and validation using Postman to verify system functionality.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1724BD-CFBC-315D-6CBC-D73BC36B8E05}"/>
              </a:ext>
            </a:extLst>
          </p:cNvPr>
          <p:cNvSpPr txBox="1"/>
          <p:nvPr/>
        </p:nvSpPr>
        <p:spPr>
          <a:xfrm>
            <a:off x="75733" y="1408521"/>
            <a:ext cx="89204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follows a distributed client–server architecture to efficiently manage high API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requests are first received by the Spring Boot application server, which checks rate limits before processing the request.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Sliding Window rate limiting algorithm is applied to control the number of requests within a defined time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Redis is used as a centralized in-memory datastore to track request counts and ensure fast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Prometheus and Grafana are used to collect and visualize system metrics for monitoring performance and request activity.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D0BEBF-445B-BE7B-3FF6-A71A2B5873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C266A9-3DD4-03A3-89C9-78F837A517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1446"/>
            <a:ext cx="9144000" cy="524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B3E4F52-57C0-C841-B8AF-A8CB891B3A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1448"/>
            <a:ext cx="9144000" cy="524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DCA2-809E-6D83-D42D-750510F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972655-A0FD-7923-EAE6-F8504228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586354D-B57C-4AB5-50E5-D5E6E2A5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045F8-58D6-32DE-1A78-7BF61B4687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2C63B0B-38AB-BDC6-BC45-A8B7244E2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5AE5B-E43E-CFC9-59E3-0853A368E8B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016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C14EE41-6C91-335F-42F8-20304A535A83}"/>
              </a:ext>
            </a:extLst>
          </p:cNvPr>
          <p:cNvSpPr txBox="1"/>
          <p:nvPr/>
        </p:nvSpPr>
        <p:spPr>
          <a:xfrm>
            <a:off x="104291" y="1859339"/>
            <a:ext cx="87849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additional rate limiting algorithms such as Token Bucket and Fixed Window.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 the admin dashboard to improve visualization of API usage and system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Strengthen distributed request handling to ensure system scalability.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Optimize Redis operations and database queries for better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Conduct extensive testing under high traffic conditions to evaluate system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Finalize documentation and system deployment preparation.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508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5921CF-4B5B-4883-A41F-73A188C01320}"/>
              </a:ext>
            </a:extLst>
          </p:cNvPr>
          <p:cNvSpPr txBox="1"/>
          <p:nvPr/>
        </p:nvSpPr>
        <p:spPr>
          <a:xfrm>
            <a:off x="72865" y="1457533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Request Data: User ID or API key, IP address, endpoint name, and request timestamp.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Rate Limit Configuration Data: Maximum allowed requests, time window duration, and selected rate limiting 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Traffic &amp; Log Data: Allowed requests, denied requests, and rate limit violation statistics.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Backend Technologies: Java and Spring Boot for developing APIs and rate limiting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Storage Systems: Redis for distributed request tracking and PostgreSQL for configuration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&amp; Visualization Tools: Prometheus and Grafana for monitoring system metrics and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15BF41-06CD-2603-6885-CEC4FC2906BC}"/>
              </a:ext>
            </a:extLst>
          </p:cNvPr>
          <p:cNvSpPr txBox="1"/>
          <p:nvPr/>
        </p:nvSpPr>
        <p:spPr>
          <a:xfrm>
            <a:off x="0" y="1305341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Traffic Control</a:t>
            </a:r>
            <a:r>
              <a:rPr lang="en-US" b="1" dirty="0"/>
              <a:t>:</a:t>
            </a:r>
            <a:r>
              <a:rPr lang="en-US" dirty="0"/>
              <a:t> Limits the number of API requests to prevent server overload during high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Protection Against Abuse: Prevents bots, spam requests, and malicious traffic from flooding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Fair Resource Usage: Ensures equal API access for users by enforcing request limits.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Authentication Systems: Restricts repeated login attempts to reduce brute-force attacks.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High-Traffic Applications</a:t>
            </a:r>
            <a:r>
              <a:rPr lang="en-US" b="1" dirty="0"/>
              <a:t>:</a:t>
            </a:r>
            <a:r>
              <a:rPr lang="en-US" dirty="0"/>
              <a:t> Useful in systems like e-commerce platforms during flash sales or peak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Distributed Systems &amp; Microservices: Maintains consistent rate limits across multiple servers and services.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24626-DBAA-F8EA-6FE0-FD604127CF8C}"/>
              </a:ext>
            </a:extLst>
          </p:cNvPr>
          <p:cNvSpPr txBox="1"/>
          <p:nvPr/>
        </p:nvSpPr>
        <p:spPr>
          <a:xfrm>
            <a:off x="39900" y="1293834"/>
            <a:ext cx="87849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Choosing the Right Algorithm:</a:t>
            </a:r>
            <a:br>
              <a:rPr lang="en-IN" dirty="0"/>
            </a:br>
            <a:br>
              <a:rPr lang="en-IN" dirty="0"/>
            </a:br>
            <a:r>
              <a:rPr lang="en-US" b="1" dirty="0"/>
              <a:t>Fixed Window</a:t>
            </a:r>
            <a:r>
              <a:rPr lang="en-US" dirty="0"/>
              <a:t> :Simple but allows burst at boundaries </a:t>
            </a:r>
          </a:p>
          <a:p>
            <a:r>
              <a:rPr lang="en-US" b="1" dirty="0"/>
              <a:t>Sliding Window</a:t>
            </a:r>
            <a:r>
              <a:rPr lang="en-US" dirty="0"/>
              <a:t> :More accurate but computationally expensive </a:t>
            </a:r>
          </a:p>
          <a:p>
            <a:r>
              <a:rPr lang="en-US" b="1" dirty="0"/>
              <a:t>Token Bucket</a:t>
            </a:r>
            <a:r>
              <a:rPr lang="en-US" dirty="0"/>
              <a:t> :Allows controlled bursts, widely used </a:t>
            </a:r>
          </a:p>
          <a:p>
            <a:r>
              <a:rPr lang="en-US" b="1" dirty="0"/>
              <a:t>Leaky Bucket</a:t>
            </a:r>
            <a:r>
              <a:rPr lang="en-US" dirty="0"/>
              <a:t> :Smooth traffic but less flexible</a:t>
            </a:r>
          </a:p>
          <a:p>
            <a:endParaRPr lang="en-IN" dirty="0"/>
          </a:p>
          <a:p>
            <a:r>
              <a:rPr lang="en-IN" b="1" dirty="0"/>
              <a:t>Solution:</a:t>
            </a:r>
            <a:r>
              <a:rPr lang="en-US" b="1" dirty="0"/>
              <a:t>Why Choose Sliding Window Algorithm:</a:t>
            </a:r>
            <a:br>
              <a:rPr lang="en-US" b="1" dirty="0"/>
            </a:br>
            <a:br>
              <a:rPr lang="en-US" dirty="0"/>
            </a:br>
            <a:r>
              <a:rPr lang="en-IN" dirty="0"/>
              <a:t>Eliminates Boundary Burst Problem</a:t>
            </a:r>
            <a:br>
              <a:rPr lang="en-IN" dirty="0"/>
            </a:br>
            <a:r>
              <a:rPr lang="en-IN" dirty="0"/>
              <a:t>Better Accuracy</a:t>
            </a:r>
            <a:br>
              <a:rPr lang="en-IN" dirty="0"/>
            </a:br>
            <a:r>
              <a:rPr lang="en-IN" dirty="0"/>
              <a:t>Improved Fairness</a:t>
            </a:r>
            <a:br>
              <a:rPr lang="en-IN" dirty="0"/>
            </a:br>
            <a:r>
              <a:rPr lang="en-IN" dirty="0"/>
              <a:t>Smooth Traffic Control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6308</TotalTime>
  <Words>953</Words>
  <Application>Microsoft Office PowerPoint</Application>
  <PresentationFormat>On-screen Show (4:3)</PresentationFormat>
  <Paragraphs>164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SIDHARTH KRISHNA S 2401720003</cp:lastModifiedBy>
  <cp:revision>313</cp:revision>
  <cp:lastPrinted>2022-09-05T08:43:44Z</cp:lastPrinted>
  <dcterms:created xsi:type="dcterms:W3CDTF">2020-01-16T09:05:56Z</dcterms:created>
  <dcterms:modified xsi:type="dcterms:W3CDTF">2026-04-04T02:57:44Z</dcterms:modified>
</cp:coreProperties>
</file>